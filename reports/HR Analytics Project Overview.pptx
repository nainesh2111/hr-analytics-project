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0DBC4-BB96-072E-22A4-8507905A7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240F1-DE40-5217-70CC-D1A32C915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81096-D3D4-3826-B277-A7430592E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03B91-8238-4403-AAE2-31A9932248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C7AB8-6CE9-4456-4261-213313257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D8DAC-ABF3-1106-9C6E-3D30065F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A11E-1CBD-4258-914A-E6F3B7BB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45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8BD3-7874-115B-1BB1-4523F7E3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154E7-FBA1-A7BA-2CEB-3B53F2A0E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90196-AB85-9C20-8E08-3386F8F4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03B91-8238-4403-AAE2-31A9932248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E1229-D4B4-D80E-D966-EE735C46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4F49B-7E18-1CAA-D05B-40AA2584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A11E-1CBD-4258-914A-E6F3B7BB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642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081FD-D8DF-833E-AB8A-041668AC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52124-990B-3A80-62FF-AA801D945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E81B7-875C-5C95-40F2-FE34039B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03B91-8238-4403-AAE2-31A9932248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C837A-185B-1066-514C-853D2F99F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41AB9-1311-9DC6-01F8-F8DF94B5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A11E-1CBD-4258-914A-E6F3B7BB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171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1231-1AEA-8C12-6917-BD9AAD1D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5BDA0-0C4C-8AF9-6146-5DD903671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2A9A9-29A5-882A-DA2B-99205824F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22ACB-3322-D75A-A61A-6A76A1D29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03B91-8238-4403-AAE2-31A9932248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0EEE5-0ABF-CAB8-83FD-ACBB231C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7B16B-7DE8-B02F-8C82-3828D1D6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A11E-1CBD-4258-914A-E6F3B7BB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270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4E72E-6904-468E-9C39-3407AF57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9DBDA-1DEC-E534-C49C-541602E01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44D8A-6092-EC6D-B961-F14A94138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04EE6C-5174-99A8-A4E4-2EAFA72B4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64B53-068F-A847-CDFC-411837EAF4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6E5344-4DB1-F04E-2320-54A75427D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03B91-8238-4403-AAE2-31A9932248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E6EBA2-564F-D396-54B5-B00EB9C8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AD08D2-FE73-0480-D0A9-C7A522A3D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A11E-1CBD-4258-914A-E6F3B7BB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74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95FE2-09EF-F553-526D-E87BC37F7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F808E6-A391-7CB6-B031-44E697326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03B91-8238-4403-AAE2-31A9932248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F4021-6DCF-AB15-AA2E-8C7E6925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C925C-D81A-A602-B551-0100D2D4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A11E-1CBD-4258-914A-E6F3B7BB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67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3EF3C5-C1F5-BB0E-8058-0B1DF9EB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03B91-8238-4403-AAE2-31A9932248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B48A7F-DB3F-6692-D15C-87407C79F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5B14F-C829-88D3-5FC5-2EC0F066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A11E-1CBD-4258-914A-E6F3B7BB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56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932D-E0B3-94BF-D963-612DDB459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849E5-9211-88C6-A7AF-3B641B6F5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EB674-ADA7-4A9F-7FEF-F3776EFA8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A69A5-390D-CB39-11E0-8CCDD9D3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03B91-8238-4403-AAE2-31A9932248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48699-2A53-19A2-9DF4-A0370362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63A01-E101-5861-DBFA-811587F73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A11E-1CBD-4258-914A-E6F3B7BB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563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8DAE-A78D-CAED-9D22-1F10CB3E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6100E-FA0E-50A2-DBE5-51166AD447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F81A1A-4EFF-AC09-B9AD-8DB3D4B23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3A3DD-C6CD-1119-722B-F9E3E282A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03B91-8238-4403-AAE2-31A9932248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C7D3A-E9C9-E014-3C42-5BD0CB5B3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A3E27-D63D-5E87-BACF-CE97BE6E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A11E-1CBD-4258-914A-E6F3B7BB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35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12A68-EA5D-E494-8237-D748FAB2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8F1852-CE1A-A429-C215-C97F6CB63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AF8AD-6346-F479-792E-6219DAA1B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03B91-8238-4403-AAE2-31A9932248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2EEC3-DFCB-4700-EA07-6790D7C5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15FD3-B97A-18E7-FF11-174D088B2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A11E-1CBD-4258-914A-E6F3B7BB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89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65C90-F7E2-61D2-EC56-2CD40C8DA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C21B2-398C-1859-FD4B-B0DA8ED58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50605-3502-1ABE-5BE0-AC9CFD6B9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03B91-8238-4403-AAE2-31A9932248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40A5D-92D0-5974-9B1B-9F1012C2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000A5-EC69-05F2-AEAA-A82743D81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DA11E-1CBD-4258-914A-E6F3B7BB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2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857AE2-DD80-EB7E-9510-8F447C85F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3C85A-C148-0BAD-79A6-61E267E2E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F6FF5-4670-F5F6-5513-D7BD6FF3D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03B91-8238-4403-AAE2-31A9932248F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8C519-3190-EF9F-EBC4-CF203DB66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3D32C-881C-A224-E626-4B89546BB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DA11E-1CBD-4258-914A-E6F3B7BB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935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F126-D6C5-5CDC-A573-2922D139B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30437"/>
          </a:xfrm>
        </p:spPr>
        <p:txBody>
          <a:bodyPr/>
          <a:lstStyle/>
          <a:p>
            <a:r>
              <a:rPr lang="en-IN" dirty="0">
                <a:latin typeface="Dubai" panose="020B0503030403030204" pitchFamily="34" charset="-78"/>
                <a:cs typeface="Dubai" panose="020B0503030403030204" pitchFamily="34" charset="-78"/>
              </a:rPr>
              <a:t>HR Analytics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73C85-E2FB-DE64-2C2F-A32C2D67D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52800"/>
            <a:ext cx="9144000" cy="1905000"/>
          </a:xfrm>
        </p:spPr>
        <p:txBody>
          <a:bodyPr/>
          <a:lstStyle/>
          <a:p>
            <a:r>
              <a:rPr lang="en-IN" dirty="0">
                <a:latin typeface="Dubai" panose="020B0503030403030204" pitchFamily="34" charset="-78"/>
                <a:cs typeface="Dubai" panose="020B0503030403030204" pitchFamily="34" charset="-78"/>
              </a:rPr>
              <a:t>Employee Attrition &amp; Workforce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887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37FFE-A224-7367-9180-9C3D71B56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1716"/>
            <a:ext cx="10515600" cy="59976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Dubai" panose="020B0503030403030204" pitchFamily="34" charset="-78"/>
                <a:cs typeface="Dubai" panose="020B0503030403030204" pitchFamily="34" charset="-78"/>
              </a:rPr>
              <a:t>Business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A3E37-392B-1042-35E6-DC2ED4F39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Organizations often face challenges in managing employee retention and maintaining workforce productivity.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Dubai" panose="020B0503030403030204" pitchFamily="34" charset="-78"/>
                <a:cs typeface="Dubai" panose="020B0503030403030204" pitchFamily="34" charset="-78"/>
              </a:rPr>
              <a:t>The company is experiencing: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Dubai" panose="020B0503030403030204" pitchFamily="34" charset="-78"/>
                <a:cs typeface="Dubai" panose="020B0503030403030204" pitchFamily="34" charset="-78"/>
              </a:rPr>
              <a:t>High employee attrition rates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Dubai" panose="020B0503030403030204" pitchFamily="34" charset="-78"/>
                <a:cs typeface="Dubai" panose="020B0503030403030204" pitchFamily="34" charset="-78"/>
              </a:rPr>
              <a:t>Increased overtime workload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Dubai" panose="020B0503030403030204" pitchFamily="34" charset="-78"/>
                <a:cs typeface="Dubai" panose="020B0503030403030204" pitchFamily="34" charset="-78"/>
              </a:rPr>
              <a:t>Employee dissatisfaction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Dubai" panose="020B0503030403030204" pitchFamily="34" charset="-78"/>
                <a:cs typeface="Dubai" panose="020B0503030403030204" pitchFamily="34" charset="-78"/>
              </a:rPr>
              <a:t>Salary imbalance across job roles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200" dirty="0">
                <a:latin typeface="Dubai" panose="020B0503030403030204" pitchFamily="34" charset="-78"/>
                <a:cs typeface="Dubai" panose="020B0503030403030204" pitchFamily="34" charset="-78"/>
              </a:rPr>
              <a:t>Lack of workforce visibility for decision-making </a:t>
            </a:r>
          </a:p>
          <a:p>
            <a:pPr marL="0" indent="0">
              <a:buNone/>
            </a:pP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These issues can increase recruitment costs, reduce employee productivity, and negatively impact overall organizational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608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29843-1D0F-D429-1FF0-1A0B52F6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D247A-B921-64D6-9F61-ABE892281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1716"/>
            <a:ext cx="10515600" cy="59976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Dubai" panose="020B0503030403030204" pitchFamily="34" charset="-78"/>
                <a:cs typeface="Dubai" panose="020B0503030403030204" pitchFamily="34" charset="-78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E263A-F576-CE99-72B9-63F8CC99C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7289"/>
            <a:ext cx="10515600" cy="4259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The key objectives of this project are: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Identify major factors causing employee attrition 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Analyze employee demographics and workforce distribution 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Understand salary trends across departments and job roles 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Evaluate employee satisfaction levels 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Provide actionable recommendations to improve employee retention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1384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E66FA-08FF-92D1-3F8B-282857594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8E4EE-36AA-FA6A-3141-DAD750619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1716"/>
            <a:ext cx="10515600" cy="59976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Dubai" panose="020B0503030403030204" pitchFamily="34" charset="-78"/>
                <a:cs typeface="Dubai" panose="020B0503030403030204" pitchFamily="34" charset="-78"/>
              </a:rPr>
              <a:t>Key Questions to 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594E7-0965-E856-016E-E1DE3276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6283"/>
            <a:ext cx="10515600" cy="4200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This project aims to answer the following business questions: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Which departments have the highest attrition? 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Does overtime increase employee turnover? 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Are lower-paid employees more likely to leave? 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How does job satisfaction affect attrition? 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Which employee groups require better retention strategies?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4381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06FE4-A271-66CF-1569-C4BD54564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6CD7-95D7-6F5B-CB14-8C817A16D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1716"/>
            <a:ext cx="10515600" cy="59976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Dubai" panose="020B0503030403030204" pitchFamily="34" charset="-78"/>
                <a:cs typeface="Dubai" panose="020B0503030403030204" pitchFamily="34" charset="-78"/>
              </a:rPr>
              <a:t>Expected Business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1910F-D86F-5118-6E5F-EB2557730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6283"/>
            <a:ext cx="10515600" cy="42006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The final dashboard will help HR teams: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Reduce employee attrition 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Improve employee satisfaction 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Optimize workforce planning 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Improve compensation strategies </a:t>
            </a:r>
          </a:p>
          <a:p>
            <a:r>
              <a:rPr lang="en-US" sz="2000" dirty="0">
                <a:latin typeface="Dubai" panose="020B0503030403030204" pitchFamily="34" charset="-78"/>
                <a:cs typeface="Dubai" panose="020B0503030403030204" pitchFamily="34" charset="-78"/>
              </a:rPr>
              <a:t>Make data-driven HR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689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185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Dubai</vt:lpstr>
      <vt:lpstr>Wingdings</vt:lpstr>
      <vt:lpstr>Office Theme</vt:lpstr>
      <vt:lpstr>HR Analytics Project</vt:lpstr>
      <vt:lpstr>Business Problem Statement</vt:lpstr>
      <vt:lpstr>Project Objectives</vt:lpstr>
      <vt:lpstr>Key Questions to Solve</vt:lpstr>
      <vt:lpstr>Expected Business 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Nainesh Shirsath</dc:creator>
  <cp:lastModifiedBy>Nainesh Shirsath</cp:lastModifiedBy>
  <cp:revision>1</cp:revision>
  <dcterms:created xsi:type="dcterms:W3CDTF">2026-05-05T16:53:59Z</dcterms:created>
  <dcterms:modified xsi:type="dcterms:W3CDTF">2026-05-05T16:59:26Z</dcterms:modified>
</cp:coreProperties>
</file>